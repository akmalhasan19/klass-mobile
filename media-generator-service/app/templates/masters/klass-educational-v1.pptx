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85800" y="502920"/>
            <a:ext cx="685800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b="1" sz="2800">
                <a:solidFill>
                  <a:srgbClr val="0B1F33"/>
                </a:solidFill>
              </a:rPr>
              <a:t>Title Placeholder</a:t>
            </a:r>
          </a:p>
        </p:txBody>
      </p:sp>
      <p:sp>
        <p:nvSpPr>
          <p:cNvPr id="3" name="Subtitle 2"/>
          <p:cNvSpPr txBox="1"/>
          <p:nvPr/>
        </p:nvSpPr>
        <p:spPr>
          <a:xfrm>
            <a:off x="713232" y="1645920"/>
            <a:ext cx="6537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F2933"/>
                </a:solidFill>
              </a:rPr>
              <a:t>Subtitle Placeholder</a:t>
            </a:r>
          </a:p>
        </p:txBody>
      </p:sp>
      <p:sp>
        <p:nvSpPr>
          <p:cNvPr id="4" name="Objectives Box 3"/>
          <p:cNvSpPr/>
          <p:nvPr/>
        </p:nvSpPr>
        <p:spPr>
          <a:xfrm>
            <a:off x="7726679" y="640080"/>
            <a:ext cx="3749039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BC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l"/>
            <a:r>
              <a:rPr b="1" sz="1600">
                <a:solidFill>
                  <a:srgbClr val="0F4C5C"/>
                </a:solidFill>
              </a:rPr>
              <a:t>Learning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85800" y="41148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B1F33"/>
                </a:solidFill>
              </a:rPr>
              <a:t>Title Placeholder</a:t>
            </a:r>
          </a:p>
        </p:txBody>
      </p:sp>
      <p:sp>
        <p:nvSpPr>
          <p:cNvPr id="3" name="Accent Bar 2"/>
          <p:cNvSpPr/>
          <p:nvPr/>
        </p:nvSpPr>
        <p:spPr>
          <a:xfrm>
            <a:off x="685800" y="1234440"/>
            <a:ext cx="10789920" cy="109728"/>
          </a:xfrm>
          <a:prstGeom prst="rect">
            <a:avLst/>
          </a:prstGeom>
          <a:solidFill>
            <a:srgbClr val="0F4C5C"/>
          </a:solidFill>
          <a:ln>
            <a:solidFill>
              <a:srgbClr val="0F4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ent Placeholder 3"/>
          <p:cNvSpPr/>
          <p:nvPr/>
        </p:nvSpPr>
        <p:spPr>
          <a:xfrm>
            <a:off x="713232" y="2148840"/>
            <a:ext cx="7498079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BC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800">
                <a:solidFill>
                  <a:srgbClr val="1F2933"/>
                </a:solidFill>
              </a:rPr>
              <a:t>Content Placeholder</a:t>
            </a:r>
          </a:p>
        </p:txBody>
      </p:sp>
      <p:sp>
        <p:nvSpPr>
          <p:cNvPr id="5" name="Objectives Box 4"/>
          <p:cNvSpPr/>
          <p:nvPr/>
        </p:nvSpPr>
        <p:spPr>
          <a:xfrm>
            <a:off x="8458200" y="2148840"/>
            <a:ext cx="3017520" cy="4114800"/>
          </a:xfrm>
          <a:prstGeom prst="roundRect">
            <a:avLst/>
          </a:prstGeom>
          <a:solidFill>
            <a:srgbClr val="ECF4F7"/>
          </a:solidFill>
          <a:ln>
            <a:solidFill>
              <a:srgbClr val="BC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/>
            <a:r>
              <a:rPr b="1" sz="1400">
                <a:solidFill>
                  <a:srgbClr val="0F4C5C"/>
                </a:solidFill>
              </a:rPr>
              <a:t>Learning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 txBox="1"/>
          <p:nvPr/>
        </p:nvSpPr>
        <p:spPr>
          <a:xfrm>
            <a:off x="685800" y="411480"/>
            <a:ext cx="7680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400">
                <a:solidFill>
                  <a:srgbClr val="0B1F33"/>
                </a:solidFill>
              </a:rPr>
              <a:t>Title Placeholder</a:t>
            </a:r>
          </a:p>
        </p:txBody>
      </p:sp>
      <p:sp>
        <p:nvSpPr>
          <p:cNvPr id="3" name="Accent Bar 2"/>
          <p:cNvSpPr/>
          <p:nvPr/>
        </p:nvSpPr>
        <p:spPr>
          <a:xfrm>
            <a:off x="685800" y="1234440"/>
            <a:ext cx="10789920" cy="109728"/>
          </a:xfrm>
          <a:prstGeom prst="rect">
            <a:avLst/>
          </a:prstGeom>
          <a:solidFill>
            <a:srgbClr val="385898"/>
          </a:solidFill>
          <a:ln>
            <a:solidFill>
              <a:srgbClr val="3858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ntent Placeholder 3"/>
          <p:cNvSpPr/>
          <p:nvPr/>
        </p:nvSpPr>
        <p:spPr>
          <a:xfrm>
            <a:off x="713232" y="2148840"/>
            <a:ext cx="106984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BCC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/>
            <a:r>
              <a:rPr sz="1800">
                <a:solidFill>
                  <a:srgbClr val="1F2933"/>
                </a:solidFill>
              </a:rPr>
              <a:t>Content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